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3d38dac5c48ce" /><Relationship Type="http://schemas.openxmlformats.org/officeDocument/2006/relationships/extended-properties" Target="/docProps/app.xml" Id="R8abdea2eabe5423e" /><Relationship Type="http://schemas.openxmlformats.org/officeDocument/2006/relationships/officeDocument" Target="/ppt/presentation.xml" Id="R06c5901a60874a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f39978ffe4868"/>
  </p:sldMasterIdLst>
  <p:notesMasterIdLst>
    <p:notesMasterId xmlns:r="http://schemas.openxmlformats.org/officeDocument/2006/relationships" r:id="Rb05fe9aa8b7e475e"/>
  </p:notesMasterIdLst>
  <p:sldIdLst>
    <p:sldId xmlns:r="http://schemas.openxmlformats.org/officeDocument/2006/relationships" id="256" r:id="R5bb681ac49044190"/>
    <p:sldId xmlns:r="http://schemas.openxmlformats.org/officeDocument/2006/relationships" id="257" r:id="Rea4dd6683c4d4217"/>
    <p:sldId xmlns:r="http://schemas.openxmlformats.org/officeDocument/2006/relationships" id="258" r:id="Raa43239c5a364abd"/>
    <p:sldId xmlns:r="http://schemas.openxmlformats.org/officeDocument/2006/relationships" id="259" r:id="R4e9668dc83024a82"/>
    <p:sldId xmlns:r="http://schemas.openxmlformats.org/officeDocument/2006/relationships" id="260" r:id="Reda6ad9414714fb2"/>
    <p:sldId xmlns:r="http://schemas.openxmlformats.org/officeDocument/2006/relationships" id="261" r:id="Rda0aa09e75f743a8"/>
    <p:sldId xmlns:r="http://schemas.openxmlformats.org/officeDocument/2006/relationships" id="262" r:id="Rfe3a6297934a4066"/>
    <p:sldId xmlns:r="http://schemas.openxmlformats.org/officeDocument/2006/relationships" id="263" r:id="Rb7cb31a6726d4634"/>
    <p:sldId xmlns:r="http://schemas.openxmlformats.org/officeDocument/2006/relationships" id="264" r:id="R3be9986cf2fe41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7c3abccde4697" /><Relationship Type="http://schemas.openxmlformats.org/officeDocument/2006/relationships/slideMaster" Target="/ppt/slideMasters/slideMaster1.xml" Id="R0a3f39978ffe4868" /><Relationship Type="http://schemas.openxmlformats.org/officeDocument/2006/relationships/notesMaster" Target="/ppt/notesMasters/notesMaster1.xml" Id="Rb05fe9aa8b7e475e" /><Relationship Type="http://schemas.openxmlformats.org/officeDocument/2006/relationships/presProps" Target="/ppt/presProps.xml" Id="R1a27a4d0f2d442f0" /><Relationship Type="http://schemas.openxmlformats.org/officeDocument/2006/relationships/viewProps" Target="/ppt/viewProps.xml" Id="R1ee1857561394275" /><Relationship Type="http://schemas.openxmlformats.org/officeDocument/2006/relationships/tableStyles" Target="/ppt/tableStyles.xml" Id="Rf290c5d908a84818" /><Relationship Type="http://schemas.openxmlformats.org/officeDocument/2006/relationships/slide" Target="/ppt/slides/slide1.xml" Id="R5bb681ac49044190" /><Relationship Type="http://schemas.openxmlformats.org/officeDocument/2006/relationships/slide" Target="/ppt/slides/slide2.xml" Id="Rea4dd6683c4d4217" /><Relationship Type="http://schemas.openxmlformats.org/officeDocument/2006/relationships/slide" Target="/ppt/slides/slide3.xml" Id="Raa43239c5a364abd" /><Relationship Type="http://schemas.openxmlformats.org/officeDocument/2006/relationships/slide" Target="/ppt/slides/slide4.xml" Id="R4e9668dc83024a82" /><Relationship Type="http://schemas.openxmlformats.org/officeDocument/2006/relationships/slide" Target="/ppt/slides/slide5.xml" Id="Reda6ad9414714fb2" /><Relationship Type="http://schemas.openxmlformats.org/officeDocument/2006/relationships/slide" Target="/ppt/slides/slide6.xml" Id="Rda0aa09e75f743a8" /><Relationship Type="http://schemas.openxmlformats.org/officeDocument/2006/relationships/slide" Target="/ppt/slides/slide7.xml" Id="Rfe3a6297934a4066" /><Relationship Type="http://schemas.openxmlformats.org/officeDocument/2006/relationships/slide" Target="/ppt/slides/slide8.xml" Id="Rb7cb31a6726d4634" /><Relationship Type="http://schemas.openxmlformats.org/officeDocument/2006/relationships/slide" Target="/ppt/slides/slide9.xml" Id="R3be9986cf2fe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375e8a0e32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e5532cb444550" /><Relationship Type="http://schemas.openxmlformats.org/officeDocument/2006/relationships/notesMaster" Target="/ppt/notesMasters/notesMaster1.xml" Id="R990b43f1b543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d7545ef2f642d8" /><Relationship Type="http://schemas.openxmlformats.org/officeDocument/2006/relationships/notesMaster" Target="/ppt/notesMasters/notesMaster1.xml" Id="Ra1dc5cf57fb3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242c6773164838" /><Relationship Type="http://schemas.openxmlformats.org/officeDocument/2006/relationships/notesMaster" Target="/ppt/notesMasters/notesMaster1.xml" Id="Rf34187db7efa4b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6d2f2c3eae4ceb" /><Relationship Type="http://schemas.openxmlformats.org/officeDocument/2006/relationships/notesMaster" Target="/ppt/notesMasters/notesMaster1.xml" Id="R755c45b40fa4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ecee30268f43b8" /><Relationship Type="http://schemas.openxmlformats.org/officeDocument/2006/relationships/notesMaster" Target="/ppt/notesMasters/notesMaster1.xml" Id="R5ffb4d4a9ce6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f0945acf7a46fd" /><Relationship Type="http://schemas.openxmlformats.org/officeDocument/2006/relationships/notesMaster" Target="/ppt/notesMasters/notesMaster1.xml" Id="R0b345c448c9f4e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208f65b5e74909" /><Relationship Type="http://schemas.openxmlformats.org/officeDocument/2006/relationships/notesMaster" Target="/ppt/notesMasters/notesMaster1.xml" Id="R843f0f0055bd44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2f601abb94533" /><Relationship Type="http://schemas.openxmlformats.org/officeDocument/2006/relationships/notesMaster" Target="/ppt/notesMasters/notesMaster1.xml" Id="Rebf52f95d80044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d2af073e7c40d8" /><Relationship Type="http://schemas.openxmlformats.org/officeDocument/2006/relationships/notesMaster" Target="/ppt/notesMasters/notesMaster1.xml" Id="Rd386aae2606640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7dd0bec294e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e68d307a149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ed07bb50e42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3731db20344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c56d807774f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b7592e88747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8feaf7f7c49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48f20eff540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5b499615c45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6fb29147346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e3e62a3b542c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a746adc48439e" /><Relationship Type="http://schemas.openxmlformats.org/officeDocument/2006/relationships/image" Target="/ppt/media/image.png" Id="Rf60e8c73cc0c4cb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7054468944acd" /><Relationship Type="http://schemas.openxmlformats.org/officeDocument/2006/relationships/image" Target="/ppt/media/image.png" Id="Rd5e564dc442140e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39bde7171426d" /><Relationship Type="http://schemas.openxmlformats.org/officeDocument/2006/relationships/image" Target="/ppt/media/image2.png" Id="Rbe9839f7ea534005" /><Relationship Type="http://schemas.openxmlformats.org/officeDocument/2006/relationships/image" Target="/ppt/media/image.png" Id="R1b7117466ff04bb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70343e4af4c32" /><Relationship Type="http://schemas.openxmlformats.org/officeDocument/2006/relationships/image" Target="/ppt/media/image3.png" Id="R92a5022e487742c7" /><Relationship Type="http://schemas.openxmlformats.org/officeDocument/2006/relationships/image" Target="/ppt/media/image.png" Id="R0e4e2f9e30a64994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0F513F-89F5-499C-8C79-E70965E0B8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8F4C88-8F22-4244-A140-FA6D694FB0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5D2D86-B9DE-4D60-A3F7-268529F20E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5A40EC-113C-4805-8F9B-E2BDCB86F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7AA31F-5E9A-4950-A0DE-E7694F292A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279C6A-010C-4CDC-96A1-B9C151C88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1FBD56-C027-47B5-A3BC-50EFD05A8D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8885A8-E5C5-4C76-A6BB-01F3F9FD98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69E2A9-31B1-4528-94A5-5FE1B43BC7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E105C2-CF39-4558-A18A-74949E2879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95AA12-C6B2-46B0-8F68-B509EE56D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5066C9-8A9A-4F49-AC65-F45F604F95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605DA8-B469-49DB-8A28-CEB38768C5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0C020B-6FC7-4C3D-BA18-95D21D0CE0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BA7FE5-DCD8-455E-BAEB-CFCFC7200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2C86C-AA37-4426-8010-6CCF718FD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AE5437-2CA5-4909-8310-8A108B9981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C4EA5F0-1ED5-457F-BACF-96AD129A91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150CC7C-97AB-4401-8867-9C12F5FCCA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CA4E55-56B4-436D-B316-8C6434283E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2A029D6-A151-47B2-813E-4521296D9D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A25D4D-2CD2-4947-9B17-C0696BEBD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76AF8-0E78-4A5E-A3EA-1AE7785489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7F8B1C-78D6-4997-889F-547EBF8F0BB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A7EB7D-6F91-4B34-8046-231BC6AB3DA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4FF631A-157D-4CC6-B9BF-C75583605BE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F3DF43-65C0-46D0-B9EC-1F2A96964E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ECF3E30-39A1-460A-9273-9874ACC48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C47A7E2-A250-4AF5-9692-3F1564A148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3E493D-08A8-4C6B-9DE3-293AF4A0C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65A085B-4027-4074-8428-91FCD43D1F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6CA8D5C-C57B-41CC-B069-E7DFC31FE6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6BE4646-85DA-4464-9065-2C8A864A37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876EF1B-D87D-46F8-9565-E07957DC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EB7B36-7720-42F5-9B4B-E05CB908C3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C7EB22A-AC97-46E6-BE93-2F32A34D2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EFE574-02C4-412C-AFAF-B9015893E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793A01-9521-48B1-8F56-4E27AAF969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24EAC1-1E3E-41B0-91AE-B4CCA5B132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A612AF-77E0-4722-A25E-E3A7F4170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C69AC7-0EA9-4CAD-B90B-92C2C3D1F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56FE120-E7EC-446F-A1AD-42B58C7D3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03518E-94A6-4ECA-8785-42E5316AB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710ACEE-0F13-403A-B457-57067DAE48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4091E2-7FC0-4A96-93F9-60859D4AED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6C913C-AC3E-4938-ABE6-B39D6885A4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A0BBCD-FD63-4203-83B4-79C85B7594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E03B6-33FD-4C82-A690-DA8D79BD7B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8F4E94-CD45-465E-B099-B1B7299E3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D75E00-C968-4FFD-9E7D-E9E1B6DA2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C07E13-4FFC-4744-AABC-88BB501A7A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BA4F9F-72D0-49A6-92D8-6945E28A4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4083BF-254F-4A5C-9052-88D2964C4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64FCAED-14BF-4EDD-A375-5FC3AB5A9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79302E-7404-46F7-9112-96F3BB60DC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1D89E-18CF-43ED-9B83-38FE3A9EAB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B5E66F-B8B2-4A17-A9E5-B14D54C595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77E1C0-EBDC-4063-890B-7AE1F14A37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표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ine 2">
            <a:extLst xmlns:a="http://schemas.openxmlformats.org/drawingml/2006/main">
              <a:ext uri="{FF2B5EF4-FFF2-40B4-BE49-F238E27FC236}">
                <a16:creationId xmlns:a16="http://schemas.microsoft.com/office/drawing/2014/main" id="{C68689B7-7C69-4151-B08B-C9F6E967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0523" y="2708275"/>
            <a:ext cx="110763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8c73cc0c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525" y="512289"/>
            <a:ext cx="2352675" cy="5048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userDrawn="1">
  <p:cSld name="내지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 Box 5">
            <a:extLst xmlns:a="http://schemas.openxmlformats.org/drawingml/2006/main">
              <a:ext uri="{FF2B5EF4-FFF2-40B4-BE49-F238E27FC236}">
                <a16:creationId xmlns:a16="http://schemas.microsoft.com/office/drawing/2014/main" id="{7031AA55-AB88-41DC-9ABC-80A22464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430" y="6426285"/>
            <a:ext cx="431528" cy="319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</a:pPr>
            <a:fld id="{5ED4C8D9-D16C-4FDD-97C5-1369A4F2AFC4}" type="slidenum">
              <a:rPr sz="1477" b="1"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51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1AF6D969-A217-46A8-876E-7D9F4915692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08617" y="260649"/>
            <a:ext cx="8696095" cy="25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2215" b="1" spc="-123" baseline="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lvl="0">
              <a:buNone/>
            </a:pPr>
            <a:r>
              <a:t>1. </a:t>
            </a:r>
            <a:r>
              <a:t>소제목 맑은 고딕 </a:t>
            </a:r>
            <a:r>
              <a:t>18pt Bold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BEA60C8-9BB5-4F8A-83B6-D01188C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4" y="163159"/>
            <a:ext cx="53169" cy="4462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3F33B3EE-CDF6-47DC-A452-E4191C2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4" y="6373054"/>
            <a:ext cx="1172282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2568FD08-F993-446C-99F7-968233BD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4" y="665674"/>
            <a:ext cx="1172282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F2809DF-3207-42A2-BD75-9D4226065CE4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86363" y="736571"/>
            <a:ext cx="11669654" cy="538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marR="0" indent="0" algn="l" defTabSz="56272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="1"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buNone/>
            </a:pPr>
            <a:r>
              <a:rPr sz="1723"/>
              <a:t>마스터 텍스트 스타일 편집</a:t>
            </a:r>
          </a:p>
        </p:txBody>
      </p:sp>
      <p:pic>
        <p:nvPicPr>
          <p:cNvPr id="5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564dc442140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9914" y="6424655"/>
            <a:ext cx="1646873" cy="35337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839f7ea534005"/>
          <a:srcRect xmlns:a="http://schemas.openxmlformats.org/drawingml/2006/main" l="665" t="1286" r="1461" b="3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098" y="0"/>
            <a:ext cx="2570258" cy="1195200"/>
          </a:xfrm>
          <a:prstGeom xmlns:a="http://schemas.openxmlformats.org/drawingml/2006/main" prst="rect">
            <a:avLst/>
          </a:prstGeom>
        </p:spPr>
      </p:pic>
      <p:sp>
        <p:nvSpPr>
          <p:cNvPr id="9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26A81F6F-71E0-464E-8392-0653D96E22B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614097" y="1700214"/>
            <a:ext cx="7976023" cy="444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328254" indent="-328254">
              <a:buFont typeface="+mj-lt"/>
              <a:buAutoNum type="romanUcPeriod"/>
              <a:defRPr sz="2215" b="1" spc="-98" baseline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 marL="658463" indent="-330209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  <a:defRPr sz="1969" b="1" spc="-9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881207" indent="-201252">
              <a:buClr>
                <a:schemeClr val="tx1">
                  <a:lumMod val="75000"/>
                  <a:lumOff val="25000"/>
                </a:schemeClr>
              </a:buClr>
              <a:buNone/>
              <a:defRPr sz="1723" spc="-9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125444" indent="-212975">
              <a:buClr>
                <a:schemeClr val="tx1">
                  <a:lumMod val="75000"/>
                  <a:lumOff val="25000"/>
                </a:schemeClr>
              </a:buClr>
              <a:buNone/>
              <a:tabLst>
                <a:tab pos="1103951" algn="l"/>
              </a:tabLst>
              <a:defRPr sz="1477" spc="-9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4pPr>
          </a:lstStyle>
          <a:p xmlns:a="http://schemas.openxmlformats.org/drawingml/2006/main">
            <a:pPr lvl="0">
              <a:buNone/>
            </a:pPr>
            <a:r>
              <a:t>제목은 </a:t>
            </a:r>
            <a:r>
              <a:t>맑은고딕</a:t>
            </a:r>
            <a:r>
              <a:t> </a:t>
            </a:r>
            <a:r>
              <a:t>18pt B</a:t>
            </a:r>
            <a:r>
              <a:t>를 사용합니다</a:t>
            </a:r>
          </a:p>
          <a:p xmlns:a="http://schemas.openxmlformats.org/drawingml/2006/main">
            <a:pPr lvl="1">
              <a:buNone/>
            </a:pPr>
            <a:r>
              <a:t>둘째 수준은 </a:t>
            </a:r>
            <a:r>
              <a:t>맑은고딕</a:t>
            </a:r>
            <a:r>
              <a:t> </a:t>
            </a:r>
            <a:r>
              <a:t>16pt B</a:t>
            </a:r>
            <a:r>
              <a:t>를 사용합니다</a:t>
            </a:r>
          </a:p>
          <a:p xmlns:a="http://schemas.openxmlformats.org/drawingml/2006/main">
            <a:pPr lvl="2">
              <a:buNone/>
            </a:pPr>
            <a:r>
              <a:t>셋째 수준은 </a:t>
            </a:r>
            <a:r>
              <a:t>맑은고딕</a:t>
            </a:r>
            <a:r>
              <a:t> </a:t>
            </a:r>
            <a:r>
              <a:t>14pt</a:t>
            </a:r>
            <a:r>
              <a:t>를 사용합니다</a:t>
            </a:r>
          </a:p>
          <a:p xmlns:a="http://schemas.openxmlformats.org/drawingml/2006/main">
            <a:pPr lvl="3">
              <a:buNone/>
            </a:pPr>
            <a:r>
              <a:t>넷째 수준은 </a:t>
            </a:r>
            <a:r>
              <a:t>맑은고딕</a:t>
            </a:r>
            <a:r>
              <a:t> </a:t>
            </a:r>
            <a:r>
              <a:t>12pt</a:t>
            </a:r>
            <a:r>
              <a:t>를 사용합니다</a:t>
            </a:r>
          </a:p>
          <a:p xmlns:a="http://schemas.openxmlformats.org/drawingml/2006/main">
            <a:pPr lvl="3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DEA4E3-45D4-4943-97DC-87790E7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19" y="642754"/>
            <a:ext cx="2571237" cy="66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92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목  차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2D03F75-7B68-4C08-BB3E-8A6664F1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20" y="1195200"/>
            <a:ext cx="2570258" cy="4948926"/>
          </a:xfrm>
          <a:prstGeom xmlns:a="http://schemas.openxmlformats.org/drawingml/2006/main" prst="rect">
            <a:avLst/>
          </a:prstGeom>
          <a:pattFill xmlns:a="http://schemas.openxmlformats.org/drawingml/2006/main" prst="smConfetti">
            <a:fgClr>
              <a:schemeClr val="bg2">
                <a:lumMod val="75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117466ff04b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288" y="6450149"/>
            <a:ext cx="1984102" cy="34591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preserve="1" userDrawn="1">
  <p:cSld name="내지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 Box 5">
            <a:extLst xmlns:a="http://schemas.openxmlformats.org/drawingml/2006/main">
              <a:ext uri="{FF2B5EF4-FFF2-40B4-BE49-F238E27FC236}">
                <a16:creationId xmlns:a16="http://schemas.microsoft.com/office/drawing/2014/main" id="{90FC65CA-7728-45F1-B910-7B5E461D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715" y="6433905"/>
            <a:ext cx="833883" cy="319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defTabSz="957263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defTabSz="957263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</a:pPr>
            <a:r>
              <a:rPr sz="1477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Ⅲ</a:t>
            </a:r>
            <a:r>
              <a:rPr sz="1477" b="1">
                <a:latin typeface="맑은 고딕"/>
                <a:ea typeface="맑은 고딕"/>
                <a:cs typeface="맑은 고딕"/>
              </a:rPr>
              <a:t> - </a:t>
            </a:r>
            <a:fld id="{5ED4C8D9-D16C-4FDD-97C5-1369A4F2AFC4}" type="slidenum">
              <a:rPr sz="1477" b="1"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51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F6FCDEE-77AB-4AFF-9D86-6F30B075D1F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24588" y="325968"/>
            <a:ext cx="4964235" cy="255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2215" b="1" spc="-123" baseline="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lvl="0">
              <a:buNone/>
            </a:pPr>
            <a:r>
              <a:t>1. </a:t>
            </a:r>
            <a:r>
              <a:t>소제목 맑은 고딕 </a:t>
            </a:r>
            <a:r>
              <a:t>18pt Bold</a:t>
            </a:r>
          </a:p>
        </p:txBody>
      </p:sp>
      <p:sp>
        <p:nvSpPr>
          <p:cNvPr id="53" name="직선 연결선 52">
            <a:extLst xmlns:a="http://schemas.openxmlformats.org/drawingml/2006/main">
              <a:ext uri="{FF2B5EF4-FFF2-40B4-BE49-F238E27FC236}">
                <a16:creationId xmlns:a16="http://schemas.microsoft.com/office/drawing/2014/main" id="{C6EF7E4A-4335-494D-AD6F-00CE328B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194" y="-11733"/>
            <a:ext cx="0" cy="55614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9" name="그림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5022e487742c7">
            <a:lum bright="-63000" contrast="-10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3194" y="219240"/>
            <a:ext cx="77973" cy="329440"/>
          </a:xfrm>
          <a:prstGeom xmlns:a="http://schemas.openxmlformats.org/drawingml/2006/main" prst="rect">
            <a:avLst/>
          </a:prstGeom>
        </p:spPr>
      </p:pic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78FEA54-6C95-434A-98ED-4B7397A0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89148" y="1715348"/>
            <a:ext cx="2159771" cy="2459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31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Ⅱ. </a:t>
            </a:r>
            <a:r>
              <a:rPr sz="1231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환경 분석</a:t>
            </a:r>
          </a:p>
        </p:txBody>
      </p:sp>
      <p:sp>
        <p:nvSpPr>
          <p:cNvPr id="11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50EE0568-E5D3-4EAC-8F8E-76CCBFD7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4" y="6373054"/>
            <a:ext cx="1172282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E08C617E-9D2F-424A-B844-B58E456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4" y="665674"/>
            <a:ext cx="1172282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e2f9e30a649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5404" y="6464495"/>
            <a:ext cx="1411605" cy="30289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97ce7a0d54584" /><Relationship Type="http://schemas.openxmlformats.org/officeDocument/2006/relationships/slideLayout" Target="/ppt/slideLayouts/slideLayout1.xml" Id="Ra250caec2fe24e1a" /><Relationship Type="http://schemas.openxmlformats.org/officeDocument/2006/relationships/slideLayout" Target="/ppt/slideLayouts/slideLayout2.xml" Id="R8e3df15154dc4528" /><Relationship Type="http://schemas.openxmlformats.org/officeDocument/2006/relationships/slideLayout" Target="/ppt/slideLayouts/slideLayout3.xml" Id="Rea863ab14b8444b5" /><Relationship Type="http://schemas.openxmlformats.org/officeDocument/2006/relationships/slideLayout" Target="/ppt/slideLayouts/slideLayout4.xml" Id="Rb30082f04f2e46ae" /><Relationship Type="http://schemas.openxmlformats.org/officeDocument/2006/relationships/slideLayout" Target="/ppt/slideLayouts/slideLayout5.xml" Id="Redb4be09c3194d0d" /><Relationship Type="http://schemas.openxmlformats.org/officeDocument/2006/relationships/slideLayout" Target="/ppt/slideLayouts/slideLayout6.xml" Id="R43670a6ae7c14593" /><Relationship Type="http://schemas.openxmlformats.org/officeDocument/2006/relationships/slideLayout" Target="/ppt/slideLayouts/slideLayout7.xml" Id="R46cc750fb9fb4463" /><Relationship Type="http://schemas.openxmlformats.org/officeDocument/2006/relationships/slideLayout" Target="/ppt/slideLayouts/slideLayout8.xml" Id="R37d3e9ce5c334421" /><Relationship Type="http://schemas.openxmlformats.org/officeDocument/2006/relationships/slideLayout" Target="/ppt/slideLayouts/slideLayout9.xml" Id="R76f505e7e5024a73" /><Relationship Type="http://schemas.openxmlformats.org/officeDocument/2006/relationships/slideLayout" Target="/ppt/slideLayouts/slideLayout10.xml" Id="R407b1d3902f74002" /><Relationship Type="http://schemas.openxmlformats.org/officeDocument/2006/relationships/slideLayout" Target="/ppt/slideLayouts/slideLayout11.xml" Id="R89005cdea688422b" /><Relationship Type="http://schemas.openxmlformats.org/officeDocument/2006/relationships/slideLayout" Target="/ppt/slideLayouts/slideLayout12.xml" Id="R8a0bfacc620648ca" /><Relationship Type="http://schemas.openxmlformats.org/officeDocument/2006/relationships/slideLayout" Target="/ppt/slideLayouts/slideLayout13.xml" Id="Rcf9e8836cd294b5c" /><Relationship Type="http://schemas.openxmlformats.org/officeDocument/2006/relationships/slideLayout" Target="/ppt/slideLayouts/slideLayout14.xml" Id="Ra5d023385beb4af1" /><Relationship Type="http://schemas.openxmlformats.org/officeDocument/2006/relationships/slideLayout" Target="/ppt/slideLayouts/slideLayout15.xml" Id="Rec0e9f77b72341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9E1BCF2-F922-4715-A9AA-04E092976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ABA80A-2C08-4ABA-AC37-0D8CA8C921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568FE8-8D91-4CBE-8B67-65C73F5AAF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764DE79-268F-4C1A-8933-263129D2AF90}" type="datetimeFigureOut">
              <a:t>6/1/2026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11B844-8F75-4B8B-A7D5-8C121334FAB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6F00EA-ED5F-4C2A-96B8-A534BC3D50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50caec2fe24e1a"/>
    <p:sldLayoutId xmlns:r="http://schemas.openxmlformats.org/officeDocument/2006/relationships" id="2147483650" r:id="R8e3df15154dc4528"/>
    <p:sldLayoutId xmlns:r="http://schemas.openxmlformats.org/officeDocument/2006/relationships" id="2147483651" r:id="Rea863ab14b8444b5"/>
    <p:sldLayoutId xmlns:r="http://schemas.openxmlformats.org/officeDocument/2006/relationships" id="2147483652" r:id="Rb30082f04f2e46ae"/>
    <p:sldLayoutId xmlns:r="http://schemas.openxmlformats.org/officeDocument/2006/relationships" id="2147483653" r:id="Redb4be09c3194d0d"/>
    <p:sldLayoutId xmlns:r="http://schemas.openxmlformats.org/officeDocument/2006/relationships" id="2147483654" r:id="R43670a6ae7c14593"/>
    <p:sldLayoutId xmlns:r="http://schemas.openxmlformats.org/officeDocument/2006/relationships" id="2147483655" r:id="R46cc750fb9fb4463"/>
    <p:sldLayoutId xmlns:r="http://schemas.openxmlformats.org/officeDocument/2006/relationships" id="2147483656" r:id="R37d3e9ce5c334421"/>
    <p:sldLayoutId xmlns:r="http://schemas.openxmlformats.org/officeDocument/2006/relationships" id="2147483657" r:id="R76f505e7e5024a73"/>
    <p:sldLayoutId xmlns:r="http://schemas.openxmlformats.org/officeDocument/2006/relationships" id="2147483658" r:id="R407b1d3902f74002"/>
    <p:sldLayoutId xmlns:r="http://schemas.openxmlformats.org/officeDocument/2006/relationships" id="2147483659" r:id="R89005cdea688422b"/>
    <p:sldLayoutId xmlns:r="http://schemas.openxmlformats.org/officeDocument/2006/relationships" id="2147483660" r:id="R8a0bfacc620648ca"/>
    <p:sldLayoutId xmlns:r="http://schemas.openxmlformats.org/officeDocument/2006/relationships" id="2147483661" r:id="Rcf9e8836cd294b5c"/>
    <p:sldLayoutId xmlns:r="http://schemas.openxmlformats.org/officeDocument/2006/relationships" id="2147483662" r:id="Ra5d023385beb4af1"/>
    <p:sldLayoutId xmlns:r="http://schemas.openxmlformats.org/officeDocument/2006/relationships" id="2147483663" r:id="Rec0e9f77b72341f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26570afaee45cf" /><Relationship Type="http://schemas.openxmlformats.org/officeDocument/2006/relationships/notesSlide" Target="/ppt/notesSlides/notesSlide1.xml" Id="R0c23cf9c819e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99f82e9915c4b21" /><Relationship Type="http://schemas.openxmlformats.org/officeDocument/2006/relationships/notesSlide" Target="/ppt/notesSlides/notesSlide2.xml" Id="Raf1567d43df04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9acb89b92074840" /><Relationship Type="http://schemas.openxmlformats.org/officeDocument/2006/relationships/notesSlide" Target="/ppt/notesSlides/notesSlide3.xml" Id="R20bd344f39ec42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7687c2db48c420f" /><Relationship Type="http://schemas.openxmlformats.org/officeDocument/2006/relationships/notesSlide" Target="/ppt/notesSlides/notesSlide4.xml" Id="R19cff079873b4d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e8f229c08d046a7" /><Relationship Type="http://schemas.openxmlformats.org/officeDocument/2006/relationships/notesSlide" Target="/ppt/notesSlides/notesSlide5.xml" Id="Rbfdc987f99884d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f4757af7efb4cb3" /><Relationship Type="http://schemas.openxmlformats.org/officeDocument/2006/relationships/notesSlide" Target="/ppt/notesSlides/notesSlide6.xml" Id="R14832c65829346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15fc352c0d94b27" /><Relationship Type="http://schemas.openxmlformats.org/officeDocument/2006/relationships/notesSlide" Target="/ppt/notesSlides/notesSlide7.xml" Id="R7925fa6520a54b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3263c3ee1e64524" /><Relationship Type="http://schemas.openxmlformats.org/officeDocument/2006/relationships/notesSlide" Target="/ppt/notesSlides/notesSlide8.xml" Id="R4bc399b411314d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7d8151a03874362" /><Relationship Type="http://schemas.openxmlformats.org/officeDocument/2006/relationships/notesSlide" Target="/ppt/notesSlides/notesSlide9.xml" Id="R1c412c66913f44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3A64CEB-CF42-4E46-BB69-35CBF053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586" y="2917093"/>
            <a:ext cx="5941646" cy="2039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algn="l">
              <a:spcBef>
                <a:spcPct val="20000"/>
              </a:spcBef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 algn="l">
              <a:spcBef>
                <a:spcPct val="20000"/>
              </a:spcBef>
              <a:buChar char="–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 algn="l">
              <a:spcBef>
                <a:spcPct val="20000"/>
              </a:spcBef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 algn="l">
              <a:spcBef>
                <a:spcPct val="20000"/>
              </a:spcBef>
              <a:buChar char="–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 algn="l">
              <a:spcBef>
                <a:spcPct val="20000"/>
              </a:spcBef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</a:p>
          <a:p xmlns:a="http://schemas.openxmlformats.org/drawingml/2006/main"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</a:p>
        </p:txBody>
      </p:sp>
      <p:sp>
        <p:nvSpPr>
          <p:cNvPr id="6" name="제목 1">
            <a:extLst xmlns:a="http://schemas.openxmlformats.org/drawingml/2006/main">
              <a:ext uri="{FF2B5EF4-FFF2-40B4-BE49-F238E27FC236}">
                <a16:creationId xmlns:a16="http://schemas.microsoft.com/office/drawing/2014/main" id="{9ADA999F-C01A-4FD0-BA6A-D865D91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60" y="1290080"/>
            <a:ext cx="9641534" cy="1681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000">
                <a:solidFill>
                  <a:srgbClr val="7030A0"/>
                </a:solidFill>
              </a:rPr>
              <a:t> </a:t>
            </a:r>
            <a:br/>
            <a:r>
              <a:rPr sz="5000"/>
              <a:t>팀명</a:t>
            </a:r>
            <a:r>
              <a:rPr sz="5000"/>
              <a:t>: OOOOO00OO </a:t>
            </a:r>
          </a:p>
        </p:txBody>
      </p:sp>
      <p:sp>
        <p:nvSpPr>
          <p:cNvPr id="7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BDAA871-8DD1-49B3-B449-5D1C612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574" y="3103424"/>
            <a:ext cx="11978431" cy="305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12542" tIns="56271" rIns="112542" bIns="56271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20000"/>
              </a:lnSpc>
              <a:buNone/>
            </a:pPr>
          </a:p>
          <a:p xmlns:a="http://schemas.openxmlformats.org/drawingml/2006/main">
            <a:pPr marL="0" indent="0" algn="r">
              <a:lnSpc>
                <a:spcPct val="120000"/>
              </a:lnSpc>
              <a:buNone/>
            </a:pPr>
          </a:p>
          <a:p xmlns:a="http://schemas.openxmlformats.org/drawingml/2006/main">
            <a:pPr marL="0" indent="0" algn="r">
              <a:lnSpc>
                <a:spcPct val="120000"/>
              </a:lnSpc>
              <a:buNone/>
            </a:pPr>
          </a:p>
          <a:p xmlns:a="http://schemas.openxmlformats.org/drawingml/2006/main"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sz="2400"/>
              <a:t>발표자</a:t>
            </a:r>
            <a:r>
              <a:rPr sz="2400"/>
              <a:t>: O </a:t>
            </a:r>
            <a:r>
              <a:rPr sz="2400"/>
              <a:t>O</a:t>
            </a:r>
            <a:r>
              <a:rPr sz="2400"/>
              <a:t> </a:t>
            </a:r>
            <a:r>
              <a:rPr sz="240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1483336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E1382FBC-7B83-4BCC-A87E-2D8239F6820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t>목차</a:t>
            </a:r>
          </a:p>
        </p:txBody>
      </p:sp>
      <p:sp>
        <p:nvSpPr>
          <p:cNvPr id="25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" y="816145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1. </a:t>
            </a:r>
            <a:r>
              <a:rPr sz="1600" b="1"/>
              <a:t>개요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1.1 </a:t>
            </a:r>
            <a:r>
              <a:rPr sz="1400"/>
              <a:t>인공지능 모델기획 분야 및 목적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1.2. </a:t>
            </a:r>
            <a:r>
              <a:rPr sz="1400"/>
              <a:t>배경 및 필요성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1.3. </a:t>
            </a:r>
            <a:r>
              <a:rPr sz="1400"/>
              <a:t>인공지능모델 구축 결과 내용 요약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2. </a:t>
            </a:r>
            <a:r>
              <a:rPr sz="1600" b="1"/>
              <a:t>주요내용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2.1. </a:t>
            </a:r>
            <a:r>
              <a:rPr sz="1400"/>
              <a:t>대상 사용자 유형 및 활용범위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2.3. </a:t>
            </a:r>
            <a:r>
              <a:rPr sz="1400"/>
              <a:t>구축 </a:t>
            </a:r>
            <a:r>
              <a:rPr sz="1400"/>
              <a:t>AI </a:t>
            </a:r>
            <a:r>
              <a:rPr sz="1400"/>
              <a:t>서비스 모델 구조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2.4. AI</a:t>
            </a:r>
            <a:r>
              <a:rPr sz="1400"/>
              <a:t> 서비스 화면 구성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3. </a:t>
            </a:r>
            <a:r>
              <a:rPr sz="1600" b="1"/>
              <a:t>문제정의 및 해결방안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3.1. </a:t>
            </a:r>
            <a:r>
              <a:rPr sz="1400"/>
              <a:t>문제 정의 및 해결 접근방식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3.2. </a:t>
            </a:r>
            <a:r>
              <a:rPr sz="1400"/>
              <a:t>서비스 구현을 위한 모델구조</a:t>
            </a:r>
            <a:r>
              <a:rPr sz="1400"/>
              <a:t>(</a:t>
            </a:r>
            <a:r>
              <a:rPr sz="1400"/>
              <a:t>아키텍처</a:t>
            </a:r>
            <a:r>
              <a:rPr sz="1400"/>
              <a:t>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3.3. </a:t>
            </a:r>
            <a:r>
              <a:rPr sz="1400"/>
              <a:t>시나리오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3.4. </a:t>
            </a:r>
            <a:r>
              <a:rPr sz="1400"/>
              <a:t>기술 구현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3.5. </a:t>
            </a:r>
            <a:r>
              <a:rPr sz="1400"/>
              <a:t>결과 해석 및 시사점</a:t>
            </a:r>
          </a:p>
        </p:txBody>
      </p:sp>
      <p:sp>
        <p:nvSpPr>
          <p:cNvPr id="10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037" y="772953"/>
            <a:ext cx="5851350" cy="5312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8" indent="-228608" algn="l" defTabSz="914429">
              <a:lnSpc>
                <a:spcPct val="90000"/>
              </a:lnSpc>
              <a:spcBef>
                <a:spcPts val="1001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3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52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67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7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94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109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323" indent="-228608" algn="l" defTabSz="914429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4. </a:t>
            </a:r>
            <a:r>
              <a:rPr sz="1600" b="1"/>
              <a:t>데이터 활용 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4.1. </a:t>
            </a:r>
            <a:r>
              <a:rPr sz="1400"/>
              <a:t>기본 방향   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4.2. </a:t>
            </a:r>
            <a:r>
              <a:rPr sz="1400"/>
              <a:t>세부 설계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4.3</a:t>
            </a:r>
            <a:r>
              <a:rPr sz="1400"/>
              <a:t>. </a:t>
            </a:r>
            <a:r>
              <a:rPr sz="1400"/>
              <a:t>데이터 </a:t>
            </a:r>
            <a:r>
              <a:rPr sz="1400"/>
              <a:t>활용결과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5. </a:t>
            </a:r>
            <a:r>
              <a:rPr sz="1600" b="1"/>
              <a:t>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5.1. </a:t>
            </a:r>
            <a:r>
              <a:rPr sz="1400"/>
              <a:t>수요자 </a:t>
            </a:r>
            <a:r>
              <a:rPr sz="1400"/>
              <a:t>(</a:t>
            </a:r>
            <a:r>
              <a:rPr sz="1400"/>
              <a:t>국민</a:t>
            </a:r>
            <a:r>
              <a:rPr sz="1400"/>
              <a:t>,</a:t>
            </a:r>
            <a:r>
              <a:rPr sz="1400"/>
              <a:t>기업</a:t>
            </a:r>
            <a:r>
              <a:rPr sz="1400"/>
              <a:t>,</a:t>
            </a:r>
            <a:r>
              <a:rPr sz="1400"/>
              <a:t>정부 등</a:t>
            </a:r>
            <a:r>
              <a:rPr sz="1400"/>
              <a:t>)</a:t>
            </a:r>
            <a:r>
              <a:rPr sz="1400"/>
              <a:t>관점 예상 기대효과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5.2. </a:t>
            </a:r>
            <a:r>
              <a:rPr sz="1400"/>
              <a:t>실제 적용결과 자체평가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600" b="1"/>
              <a:t>6. </a:t>
            </a:r>
            <a:r>
              <a:rPr sz="1600" b="1"/>
              <a:t>기타 사항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6.1. </a:t>
            </a:r>
            <a:r>
              <a:rPr sz="1400"/>
              <a:t>구현의 한계와 교훈</a:t>
            </a:r>
            <a:r>
              <a:rPr sz="1400"/>
              <a:t>(Lessoned Learned)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sz="1400"/>
              <a:t>          6.2. </a:t>
            </a:r>
            <a:r>
              <a:rPr sz="1400"/>
              <a:t>활용 데이터 및 참고 문헌  출처</a:t>
            </a:r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2026-07-26T05:57:42.1740000Z</dcterms:created>
  <dcterms:modified xsi:type="dcterms:W3CDTF">2026-07-26T05:57:42.1750000Z</dcterms:modified>
</coreProperties>
</file>